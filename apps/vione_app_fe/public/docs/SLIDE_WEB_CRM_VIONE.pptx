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SINH THÁI DOANH NGHIỆP VIONE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CRM PLATFORM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Quản Trị &amp; Điều Hành Doanh Nghiệp Toàn Diện 360°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03520" y="3154680"/>
            <a:ext cx="1554480" cy="36576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47472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tảng số hóa quản trị tập trung, tự động hóa quy trình nghiệp vụ và tối ưu hóa phễu tăng trưởng B2B dành cho Ban Lãnh Đạo.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Phiên Bản Doanh Nghiệp 6.0 · Tháng 10/2026 · Bản quyền © ViOne Corporation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CRM PLATFORM · HỆ THỐNG QUẢN TRỊ DOANH NGHIỆP · Trang 1 / 8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 NỘI DUNG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TRÚC BÀI THUYẾT TRÌNH CRM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Trọng tâm số hóa điều hành liền mạch trong doanh nghiệp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1206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65960"/>
            <a:ext cx="731520" cy="731520"/>
          </a:xfrm>
          <a:prstGeom prst="rect">
            <a:avLst/>
          </a:prstGeom>
          <a:solidFill>
            <a:srgbClr val="FAF5EB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1938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Điều Hành C-Level 360°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22677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Giám sát chỉ số tài chính, doanh thu và tiến độ thời gian thực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737360"/>
            <a:ext cx="51206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965960"/>
            <a:ext cx="731520" cy="731520"/>
          </a:xfrm>
          <a:prstGeom prst="rect">
            <a:avLst/>
          </a:prstGeom>
          <a:solidFill>
            <a:srgbClr val="FAF5EB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23760" y="1938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Phễu Kinh Doanh &amp; Smart CRM Hub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23760" y="22677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khách hàng B2B, Deals Kanban và chấm điểm 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51206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337560"/>
            <a:ext cx="731520" cy="731520"/>
          </a:xfrm>
          <a:prstGeom prst="rect">
            <a:avLst/>
          </a:prstGeom>
          <a:solidFill>
            <a:srgbClr val="FAF5EB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3310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Vận Hành &amp; Chấm Công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28800" y="36393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BPMN chuẩn hóa công việc, điểm danh FaceID và định vị GPS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3108960"/>
            <a:ext cx="51206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337560"/>
            <a:ext cx="731520" cy="731520"/>
          </a:xfrm>
          <a:prstGeom prst="rect">
            <a:avLst/>
          </a:prstGeom>
          <a:solidFill>
            <a:srgbClr val="FAF5EB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3310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Soát Dòng Tiền &amp; Chi 3 Cấp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36393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Phê duyệt tài chính minh bạch, thanh toán VietQR 24/7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4480560"/>
            <a:ext cx="51206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4709160"/>
            <a:ext cx="731520" cy="731520"/>
          </a:xfrm>
          <a:prstGeom prst="rect">
            <a:avLst/>
          </a:prstGeom>
          <a:solidFill>
            <a:srgbClr val="FAF5EB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709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828800" y="46817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Trí Tuệ Nhân Tạo AI Copilot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28800" y="50109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Trợ lý điều hành đàm thoại, tự động hóa soạn thảo và báo cáo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4480560"/>
            <a:ext cx="51206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4709160"/>
            <a:ext cx="731520" cy="731520"/>
          </a:xfrm>
          <a:prstGeom prst="rect">
            <a:avLst/>
          </a:prstGeom>
          <a:solidFill>
            <a:srgbClr val="FAF5EB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4709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23760" y="46817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Quyền RBAC &amp; Nền Tảng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23760" y="50109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trận quyền 7x6, bảo mật dữ liệu kiến trúc Multi-Tenant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CRM PLATFORM · HỆ THỐNG QUẢN TRỊ DOANH NGHIỆP · Trang 2 / 8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HỆ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ĐIỀU HÀNH 360° &amp; SỨC KHỎE DOANH NGHIỆP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Bức tranh toàn cảnh hoạt động kinh doanh trên một màn hình duy nhất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Radar Dòng Tiền Thực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doanh thu, chi phí và số dư tài khoản thời gian thực không độ trễ.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Giám Sát Mục Tiêu OKR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9300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lường tiến độ các mục tiêu kinh doanh và dự án trọng điểm toàn công ty.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Cảnh Báo Vận Hành Sớm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91032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tự động phát hiện các chỉ số bất thường để ban giám đốc xử lý kịp thời.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thời gian thực từ máy chủ ViOne Live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CRM PLATFORM · HỆ THỐNG QUẢN TRỊ DOANH NGHIỆP · Trang 3 / 8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HỆ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PHỄU KINH DOANH PIPELINE &amp; SMART CRM HUB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Chuyển đổi tối đa khách hàng tiềm năng thành hợp đồng doanh số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Kanban Deals 5 Giai Đoạn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Kéo thả cơ hội trực quan: Tiếp cận → Khảo sát → Báo giá → Đàm phán → Chốt deal.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📇  Hồ Sơ Khách Hàng 360°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9300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trung toàn bộ lịch sử tương tác, hợp đồng, báo giá và công nợ chi tiết.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Chấm Điểm Tiềm Năng AI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91032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phân hạng Hot Lead, VIP C-Level và nhắc nhở thương vụ bị bỏ quên.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thời gian thực từ máy chủ ViOne Live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CRM PLATFORM · HỆ THỐNG QUẢN TRỊ DOANH NGHIỆP · Trang 4 / 8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HỆ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BPMN TỰ ĐỘNG &amp; CHẤM CÔNG THÔNG MINH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hóa bộ máy nhân sự, kiểm soát tiến độ và chống gian lận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📑  Quy Trình Công Việc BPMN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công nhiệm vụ, thiết lập hạn chót (Deadline) và hạn chế quá tải WIP ≤ 5.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Chấm Công GPS &amp; AI FaceID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9300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danh di động chính xác qua tọa độ văn phòng và nhận diện khuôn mặt.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Giám Sát Nhân Sự Trong Ngày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91032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Cấp lãnh đạo nắm bắt tức thì lịch trình gặp khách hàng ngoài văn phòng.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thời gian thực từ máy chủ ViOne Live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CRM PLATFORM · HỆ THỐNG QUẢN TRỊ DOANH NGHIỆP · Trang 5 / 8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HỆ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TRỊ DÒNG TIỀN &amp; PHÊ DUYỆT CHI 3 CẤP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 bạch hóa ngân sách và đối soát thanh toán tự động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Quy Trình Duyệt Chi 3 Cấp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lập đề xuất → Kế toán kiểm tra chứng từ → Lãnh đạo phê duyệt chi.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 Chi Tiền VietQR Napas 24/7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9300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mã QR chuyển khoản ngay lập tức, tự động gạch nợ hóa đơn trong 1 giây.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Báo Cáo Thu Chi Đa Chiều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91032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chi phí theo phòng ban, dự án và tự động lập báo cáo tài chính.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thời gian thực từ máy chủ ViOne Live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CRM PLATFORM · HỆ THỐNG QUẢN TRỊ DOANH NGHIỆP · Trang 6 / 8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HỆ 05 &amp;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TRỢ LÝ AI COPILOT &amp; MA TRẬN PHÂN QUYỀN RBAC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Trí tuệ nhân tạo điều hành và bảo mật dữ liệu doanh nghiệp đa tầng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AI Copilot Đàm Thoại 24/7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07568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đáp phân tích số liệu kinh doanh, soạn thảo hợp đồng và văn bản tự động.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Ma Trận Quyền 7 Nhóm x 6 Cấp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9300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soát chặt chẽ quyền Xem, Tạo, Sửa, Xóa, Duyệt, Xuất dữ liệu theo chức vụ.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6217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434840"/>
            <a:ext cx="73152" cy="1280160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5720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Nhật Ký AI Audit Log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91032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vết minh bạch 100% các hành động trí tuệ nhân tạo và kiểm tra an ninh.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thời gian thực từ máy chủ ViOne Live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CRM PLATFORM · HỆ THỐNG QUẢN TRỊ DOANH NGHIỆP · Trang 7 / 8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48250"/>
          </a:solidFill>
          <a:ln w="12700">
            <a:solidFill>
              <a:srgbClr val="B482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XIN CHÂN THÀNH CẢM ƠN QUÝ DOANH NGHIỆP!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CRM · Nền tảng kiến tạo lợi thế cạnh tranh vượt trội trong kỷ nguyên số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383280" cy="1645920"/>
          </a:xfrm>
          <a:prstGeom prst="rect">
            <a:avLst/>
          </a:prstGeom>
          <a:solidFill>
            <a:srgbClr val="FDFBF7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40% Chi Phí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12724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Cắt giảm lãng phí thời gian và nhân lực nhờ tự động hóa quy trình nghiệp vụ.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3383280" cy="1645920"/>
          </a:xfrm>
          <a:prstGeom prst="rect">
            <a:avLst/>
          </a:prstGeom>
          <a:solidFill>
            <a:srgbClr val="FDFBF7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 35% Doanh Số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312724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Chăm sóc khách hàng bài bản, kiểm soát chặt chẽ phễu bán hàng B2B.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2286000"/>
            <a:ext cx="3383280" cy="1645920"/>
          </a:xfrm>
          <a:prstGeom prst="rect">
            <a:avLst/>
          </a:prstGeom>
          <a:solidFill>
            <a:srgbClr val="FDFBF7"/>
          </a:solidFill>
          <a:ln w="12700">
            <a:solidFill>
              <a:srgbClr val="D8B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 Quyết Định Tức Thì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312724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lãnh đạo nắm bắt dữ liệu điều hành chuẩn xác theo thời gian thực.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106984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976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Website: vione.vn    |    📞 Hotline: 1900 8888    |    ✉️ Email: contact@vione.vn    |    🏢 Trụ sở: Hà Nội &amp; TP. Hồ Chí Minh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0" y="52578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6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 GIẢI ĐÁP CÂU HỎI (Q&amp;A SESSION)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VIONE CRM PLATFORM · HỆ THỐNG QUẢN TRỊ DOANH NGHIỆP · Trang 8 / 8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quyền © 2026 ViOne Corporation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ViOne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VIONE CRM PLATFORM · HỆ THỐNG QUẢN TRỊ DOANH NGHIỆP</dc:title>
  <dc:subject>PptxGenJS Presentation</dc:subject>
  <dc:creator>ViOne Solution Architect</dc:creator>
  <cp:lastModifiedBy>ViOne Solution Architect</cp:lastModifiedBy>
  <cp:revision>1</cp:revision>
  <dcterms:created xsi:type="dcterms:W3CDTF">2026-10-05T06:27:54Z</dcterms:created>
  <dcterms:modified xsi:type="dcterms:W3CDTF">2026-10-05T06:27:54Z</dcterms:modified>
</cp:coreProperties>
</file>