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DI ĐỘNG DOANH NHÂN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CONNECT APP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Mạng Xã Hội Giao Thương Doanh Nhân &amp; Danh Thiếp Số 3D Titanium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0" y="3154680"/>
            <a:ext cx="1554480" cy="36576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di động dành riêng cho giới lãnh đạo: Kết nối đối tác 1-chạm NFC, quét danh thiếp AI OCR và săn cơ hội kinh doanh B2B.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Phiên Bản Mobile Native 6.0 · Tháng 10/2026 · Bản quyền © ViOne Corporation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CONNECT APP · MẠNG XÃ HỘI DOANH NHÂN &amp; GIAO THƯƠNG B2B · Trang 1 / 8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NỘI DUNG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BÀI THUYẾT TRÌNH VIONE APP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Trải nghiệm số hóa đột phá trên thiết bị di động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938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Tính Số Titanium &amp; Chạm NFC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22677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doanh nhân thông minh 3D, chia sẻ liên hệ tức thì không in namecard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9659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1938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Danh Thiếp AI OCR Lưu Lead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22677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Bóc tách thông tin namecard giấy trong 2 giây, đẩy thẳng vào CRM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3375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Tâm Kết Nối V-Action Sheet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0" y="3639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Nút V hoàng gia mở bảng điều khiển 1-chạm, danh sách chăm sóc đối tác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1089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3375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 Giao Thương B2B &amp; Chợ Nhu Cầu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3639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tìm nhà cung ứng, mời thầu và AI tự động ghép nối cung cầu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4805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7091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828800" y="46817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Sự Kiện &amp; Vé Điện Tử E-Ticket VIP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0" y="50109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sự kiện doanh nghiệp, cấp vé QR check-in điểm danh và Messenger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44805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7091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46817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Đột Phá Cài Đặt iOS WebClip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50109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trực tiếp 1-chạm lên iPhone không qua App Store, chạy Native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CONNECT APP · MẠNG XÃ HỘI DOANH NHÂN &amp; GIAO THƯƠNG B2B · Trang 2 / 8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TÍNH SỐ TITANIUM &amp; CHẠM NFC 1-CHẠM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Nâng tầm đẳng cấp thương hiệu cá nhân của nhà lãnh đạo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 Thẻ Doanh Nhân 3D Titanium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mã số doanh nhân độc quyền, chíp NFC thông minh và mã QR động.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  Chạm NFC 1 Giây Kết Nối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Chạm nhẹ lưng điện thoại để truyền tải toàn bộ thông tin cá nhân và doanh nghiệp.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Ví Danh Thiếp Số (Card Vault)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 danh bạ đối tác không giới hạn, đồng bộ danh bạ điện thoại vCard 1 chạm.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CONNECT APP · MẠNG XÃ HỘI DOANH NHÂN &amp; GIAO THƯƠNG B2B · Trang 3 / 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DANH THIẾP AI OCR &amp; LƯU CRM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Biến namecard giấy thành khách hàng tiềm năng tức thì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Bóc Tách Dữ Liệu Tự Động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nhận diện chính xác Họ tên, Chức vụ, Công ty, Số điện thoại và Email.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Phân Hạng Khách Hàng Ngay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Gắn nhãn Hot Lead, VIP C-Level, Nổi bật, hoặc Cần chăm sóc trong 24h.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 Đẩy Thẳng Vào Phễu CRM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giá trị thương vụ dự kiến, giao nhân sự phụ trách và đồng bộ về Web CRM.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CONNECT APP · MẠNG XÃ HỘI DOANH NHÂN &amp; GIAO THƯƠNG B2B · Trang 4 / 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TÂM V-ACTION SHEET &amp; CHĂM SÓC ĐỐI TÁC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Thao tác 1-chạm tiện lợi và nuôi dưỡng mạng lưới quan hệ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  Nút V Mạ Vàng Trung Tâm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Chạm mở nhanh V-Action Sheet: Quét QR, Chạm NFC, Hẹn gặp 1-1, Đăng cơ hội.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Nurture List Nuôi Dưỡng Đối Tác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Nhắc nhở chu kỳ tương tác định kỳ, lên lịch hẹn cà phê trao đổi kinh doanh.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Popup Vuốt Tay Cong Tròn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Sheet bo viền cong 28px mềm mại, thao tác vuốt tay xuống đóng mượt mà.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CONNECT APP · MẠNG XÃ HỘI DOANH NHÂN &amp; GIAO THƯƠNG B2B · Trang 5 / 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04 &amp;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 GIAO THƯƠNG B2B, SỰ KIỆN &amp; VÉ QR VIP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Khơi thông dòng chảy cơ hội kinh doanh và kết nối cộng đồng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Chợ Nhu Cầu Mua - Bán B2B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tìm nhà cung ứng, mời thầu; thuật toán AI tự động ghép nối đối tác phù hợp.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🎟️  Vé Điện Tử E-Ticket QR VIP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sự kiện, nhận mã QR điểm danh check-in tự động tại cửa hội trường.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Hộp Thư Messenger 4 Tabs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Trao đổi đàm phán riêng tư, chat nhóm dự án thời gian thực bảo mật cao.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CONNECT APP · MẠNG XÃ HỘI DOANH NHÂN &amp; GIAO THƯƠNG B2B · Trang 6 / 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ĐỘT PHÁ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1-CHẠM IOS (.MOBILECONFIG) &amp; NATIVE APK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giản hóa tuyệt đối trải nghiệm phân phối ứng dụng di động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🍎  Apple WebClip Profile 1-Chạm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thẳng ra Màn hình chính iPhone từ Safari, không chờ duyệt App Store.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Trải Nghiệm Toàn Màn Hình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độc lập Standalone, hỗ trợ sinh trắc học Face ID, tốc độ tải 60fps mượt mà.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Hệ Sinh Thái Đa Nền Tảng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iOS IPA TestFlight + Android APK Release độc lập (81.39MB) + PWA Web.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0" y="1554480"/>
            <a:ext cx="3200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9" name="Image 0" descr="D:\download\VICONNECT\CEO_VIONE_PROJECT\vione_project\document\images\evidence_live_2026\app_01_mobile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0" y="1691640"/>
            <a:ext cx="2560320" cy="41148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CONNECT APP · MẠNG XÃ HỘI DOANH NHÂN &amp; GIAO THƯƠNG B2B · Trang 7 / 8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KHÔNG GIỚI HẠN VỚI VIONE CONNECT!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Connect · Ứng dụng đồng hành đắc lực của mọi nhà lãnh đạo doanh nghiệp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383280" cy="1645920"/>
          </a:xfrm>
          <a:prstGeom prst="rect">
            <a:avLst/>
          </a:prstGeom>
          <a:solidFill>
            <a:srgbClr val="FDFBF7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Mạng Lưới Lãnh Đạo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1272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cận hàng nghìn CEO, Chủ doanh nghiệp và Nhà đầu tư xác thực.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383280" cy="1645920"/>
          </a:xfrm>
          <a:prstGeom prst="rect">
            <a:avLst/>
          </a:prstGeom>
          <a:solidFill>
            <a:srgbClr val="FDFBF7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Chớp Lấy Cơ Hội B2B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1272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bỏ lỡ bất kỳ nhu cầu giao thương nào với hệ thống gợi ý AI.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383280" cy="1645920"/>
          </a:xfrm>
          <a:prstGeom prst="rect">
            <a:avLst/>
          </a:prstGeom>
          <a:solidFill>
            <a:srgbClr val="FDFBF7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Thương Hiệu Đẳng Cấp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31272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Khẳng định vị thế doanh nhân với danh thiếp điện tử Titanium 3D.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Website: vione.vn    |    📞 Hotline: 1900 8888    |    ✉️ Email: contact@vione.vn    |    🏢 Trụ sở: Hà Nội &amp; TP. Hồ Chí Minh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0" y="52578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 GIẢI ĐÁP CÂU HỎI (Q&amp;A SESSION)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CONNECT APP · MẠNG XÃ HỘI DOANH NHÂN &amp; GIAO THƯƠNG B2B · Trang 8 / 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ViOne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VIONE CONNECT APP · MẠNG XÃ HỘI DOANH NHÂN &amp; GIAO THƯƠNG B2B</dc:title>
  <dc:subject>PptxGenJS Presentation</dc:subject>
  <dc:creator>ViOne Solution Architect</dc:creator>
  <cp:lastModifiedBy>ViOne Solution Architect</cp:lastModifiedBy>
  <cp:revision>1</cp:revision>
  <dcterms:created xsi:type="dcterms:W3CDTF">2026-10-05T06:27:54Z</dcterms:created>
  <dcterms:modified xsi:type="dcterms:W3CDTF">2026-10-05T06:27:54Z</dcterms:modified>
</cp:coreProperties>
</file>