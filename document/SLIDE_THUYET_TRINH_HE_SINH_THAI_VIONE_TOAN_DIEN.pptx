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3B9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ĐOÀN CÔNG NGHỆ VIOCONNECT · BÁO CÁO GIẢI PHÁP HỢP NHẤT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ĐIỀU HÀNH DOANH NGHIỆP VIONE &amp; NỀN TẢNG HIỆP HỘI CEO 1983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76809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Pháp Chuyển Đổi Số Toàn Diện: Web CRM Multi-Tenant, App Di Động C-Level, Thẻ Titanium NFC &amp; Trí Tuệ Nhân Tạo AI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7680960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661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Vị Phát Triển: Ban Công Nghệ &amp; Chuyển Đổi Số — Tập Đoàn VioConnect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&amp; Chủ Quản: Ban Lãnh Đạo Doanh Nghiệp &amp; CLB Doanh Nhân CEO 1983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 THỊ TRƯỜNG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Thách Thức Của Doanh Nghiệp &amp; Hiệp Hội Trong Kỷ Nguyên Số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Phân Mảnh: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 dụng các phần mềm rời rạc (chấm công máy, Zalo, Excel) gây cô lập dữ liệu.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Lãng Phí Hành Chính: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Ký duyệt giấy tờ thủ công gây thất thoát 30-40% nguồn lực lao động hữu ích.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Đứt Gãy Giao Thương: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danh thiếp giấy bị vứt bỏ sau sự kiện; thiếu nền tảng kết nối số chuyên nghiệp.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 Hiệp Hội Bán Tự Động: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danh, biểu quyết đại hội và thu hội phí thủ công tốn nhiều nhân lực.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01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Quản trị Hợp nhất ViOne Platform 5.0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TỔNG THỂ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Hợp Nhất 4 Trụ Cột Vững Chắc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Trụ Cột 1 - Web CRM Enterprise: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đa công ty, quy trình công việc, tải nhân sự, duyệt chi 3 cấp.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Trụ Cột 2 - App Di Động ViOne Connect: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Luxury, Danh thiếp số 3D Titanium NFC, Stories 24h, Moments.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Trụ Cột 3 - Phân Hệ Hiệp Hội CEO 1983: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Navy &amp; Gold, Biểu quyết đại hội trực tuyến, Gia hạn hội phí VietQR.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Trụ Cột 4 - Nền Tảng Dữ Liệu &amp; AI: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NestJS micro-modular, CSDL PostgreSQL, 6 năng lực AI thực tế.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02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điều hành tổng quan sức khỏe doanh nghiệp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CRM DOANH NGHIỆP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Đa Công Ty Multi-Tenant &amp; Phân Quyền RBAC 7x6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Multi-Tenant: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nhiều công ty thành viên, chi nhánh trên một nền tảng; dữ liệu cô lập tuyệt đối.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Trận Phân Quyền RBAC Trực Tiếp: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Nhóm Quyền (CEO, COO, CFO, Sales, Admin, Staff, Partner) x 6 Thao Tác.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Thành Viên 360°: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Drawer trượt xem nhanh thông tin, lịch sử đóng phí, sự kiện và tương tác.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Dữ Liệu An Toàn: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hạn 500 dòng/lần và ghi nhật ký IP người dùng vào Audit Trail.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04_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Quản trị Đa công ty Multi-Tenant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 &amp; DỰ ÁN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Công Việc Kanban &amp; Giám Sát Tải Nhân Sự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Kanban Trực Quan: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Kéo thả thẻ việc giữa các cột [Chờ xử lý] → [Đang làm] → [Kiểm tra] → [Hoàn thành].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&amp; Hạn Chót Deadline: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buộc hoàn thành 100% mục checklist con trước khi nghiệm thu Done.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Cảnh Báo Trễ Hạn Tự Động: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động đổi màu đỏ rực khi có nguy cơ vi phạm tiến độ cam kết.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Đồ Nhiệt Tải Nhân Sự: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Cảnh báo đỏ nhân sự quá tải (&gt; 45h/tuần) giúp lãnh đạo cân bằng tải công bằng.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08_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quản trị quy trình công việc kéo thả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NHÂN SỰ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Định Vị GPS Văn Phòng &amp; Nhận Diện AI FaceID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Vị Văn Phòng GPS: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Bán kính hợp lệ ≤ 50 mét so với tọa độ văn phòng; ngoài 50m từ chối chấm công.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FaceID Liveness Detection: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diện khuôn mặt với độ khớp ≥ 92%, phát hiện người thật chống ảnh chụp lại.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Nghỉ Phép &amp; Đổi Ca Trực Tuyến: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và phê duyệt online trong 5 phút trên điện thoại.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Công Tự Động: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công toàn công ty khóa sổ 23:59 ngày mùng 2 hàng tháng, phát hành E-Payslip bí mật.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10_attend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tổng hợp chấm công tự động GPS &amp; FaceID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TÀI CHÍNH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Phê Duyệt Chi Tiền 3 Cấp &amp; Thanh Toán VietQR Ngân Hàng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3 Cấp Chặt Chẽ: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lập đề xuất → Kế toán kiểm tra chứng từ → Lãnh đạo phê duyệt.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Quét Chống Chi Trùng Hóa Đơn: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động quét số hóa đơn và mã thuế chống chi trùng lặp 100%.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Cấp Hạn Mức Rõ Ràng: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Trưởng phòng duyệt &lt; 5 triệu; Kế toán trưởng duyệt &lt; 20 triệu; CEO duyệt &gt; 20 triệu.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Khoản QR Ngân Hàng: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mã VietQR Napas 24/7 chứa đúng số tiền, tự động gạch nợ sau 1 giây.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11_payment_approv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Phê duyệt chi 3 cấp &amp; Mã thanh toán QR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CHÍNH &amp; KINH DOANH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Tài Chính, Dòng Tiền &amp; Danh Mục 6 Ngành Hàng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Thu - Chi Thực Tế: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quỹ thu tiền và sổ quỹ chi tiền khớp lệnh 100% với tài khoản ngân hàng.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Biểu Đồ Dự Báo Dòng Tiền: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phóng thanh khoản trong 30-90 ngày tới, cảnh báo trước nguy cơ đứt gãy tiền tệ.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Mục 6 Ngành Hàng Chủ Lực: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nghệ, Chuỗi cung ứng, Đầu tư, BĐS, Nông sản, Y tế giáo dục.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Sàn Thương Mại &amp; Báo Giá B2B: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báo giá PDF điện tử chuyên nghiệp trong 2 phút.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14_finance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tài chính &amp; Danh mục 6 ngành hàng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DI ĐỘNG C-LEVEL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Doanh Nhân ViOne Connect Dark Obsidian &amp; Gold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Thiết Kế Sang Trọng: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đen Dark Obsidian (#0A0A0B) kết hợp Vàng Champagne Gold (#D8B282).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Home: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Thẻ insight do AI gợi ý kết nối hôm nay, lịch trình 3 tab (Hôm nay/Sắp tới/Nhắc lịch).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Nút V ViOne Phát Sáng Trung Tâm: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1-chạm mở Action Sheet đưa mã QR hoặc quét QR laser tức thời.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Chế Độ Đổi Theme Linh Hoạt: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Nút chuyển đổi giao diện Sáng / Tối tiện lợi tại Header.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234440"/>
            <a:ext cx="1737360" cy="3154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app_vione_02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280160"/>
            <a:ext cx="1645920" cy="3063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4348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chủ Executive Home trên ứng dụng di động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NGHỆ KẾT NỐI SỐ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Thiếp Số 3D Titanium &amp; Tích Hợp Chip Vật Lý NFC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Thẻ Đồ Họa 3D Xoay Lật: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xuất 3D Titanium mạ vàng với đầy đủ thông tin cá nhân và doanh nghiệp.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Chạm Thẻ NFC 1-Chạm: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hồ sơ số chuyên nghiệp trên máy đối tác mà đối tác không cần cài ứng dụng.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Danh Bạ vCard (.vcf):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tác bấm nút 1-chạm lưu toàn bộ thông tin liên hệ vào danh bạ điện thoại.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Thẻ Từ Xa Tức Thời: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Vô hiệu hóa chip NFC ngay lập tức khi báo mất thẻ để bảo vệ danh tính.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234440"/>
            <a:ext cx="1737360" cy="3154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app_vione_12_digital_card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280160"/>
            <a:ext cx="1645920" cy="3063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4348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thiếp điện tử 3D Titanium &amp; Tích hợp NFC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 LƯỚI GIAO THƯƠNG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Khoảnh Khắc B2B Moments, Stories 24H &amp; Nurture List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Dải Stories 24H Doanh Nhân: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sẻ thành tựu hợp tác dạng ảnh/video ngắn, tự động chạy thanh tiến độ.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Tin B2B Moments: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 xã hội doanh nhân đẳng cấp, bình luận và thả cảm xúc đa tầng C-Level.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Nurture List Đối Tác Cần Chăm Sóc: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Cảnh báo đối tác 30 ngày chưa tương tác kèm 3 nút Hẹn 1-1, Nhắn tin, Gọi.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Lịch Hẹn 1-1 Online &amp; Offline: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Lựa chọn gặp tại Lounge VIP hoặc qua Google Meet, đồng bộ Calendar.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234440"/>
            <a:ext cx="1737360" cy="3154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app_vione_06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280160"/>
            <a:ext cx="1645920" cy="3063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4348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 lưới đối tác, Stories 24h &amp; Nurture List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 TUỆ NHÂN TẠO AI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Đột Phá 6 Năng Lực AI Thực Tế &amp; Nhật Ký Kiểm Toán Audit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AI Copilot Đàm Thoại: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lý điều hành tiếng Việt, tóm tắt tình hình và ra quyết định chiến lược.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Quét Danh Thiếp OCR AI: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camera trích xuất tự động 7 trường thông tin danh thiếp giấy.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Tự Động Hóa Bảng Tính Excel: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sạch và đối soát dữ liệu hóa đơn tự động không sai sót.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Soạn Thảo Hợp Đồng &amp; Văn Bản: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dự thảo hợp đồng kinh tế và thông báo theo mẫu chuẩn.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Gợi Ý Đối Tác &amp; Chuỗi Giá Trị: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ghép nối doanh nghiệp cùng chuỗi cung ứng phù hợp.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51663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Giám Sát Tải &amp; Cảnh Báo Vận Hành: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diện điểm nghẽn tiến độ và nhân sự quá tải.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2" name="Image 0" descr="D:\download\VICONNECT\CEO_VIONE_PROJECT\vione_project\document\images\evidence_new\crm_vione_16_ai_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kiểm toán 6 năng lực AI phục vụ thanh tra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HIỆP HỘI &amp; CỘNG ĐỒNG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Hệ Quản Trị Hiệp Hội CLB Doanh Nhân CEO 1983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Diện Classic Navy &amp; Amber Gold: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Đậm dấu ấn hội đồng doanh nhân sinh năm 1983.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Đăng Nhập &amp; CRM Riêng Biệt: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hội viên, ban chấp hành, ban thư ký và tài chính độc lập.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Thẻ Hội Viên VIP Dập Logo 1983: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Thẻ điện tử mang mã số M1983-XXX khẳng định tư cách đại biểu.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Biểu Quyết Đại Hội Trực Tuyến: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phiếu online 1 lần duy nhất, kết quả kiểm phiếu nhảy số trực tiếp trên màn hình 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1983_06_voting_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đại hội biểu quyết &amp; bầu cử ban chấp hành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 SỰ KIỆN &amp; HỘI PHÍ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Soát Vé QR Check-In &amp; Gia Hạn Hội Phí VietQR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Soát Vé An Ninh QR: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Quét vé check-in tại cửa đại hội dưới 0.2 giây/người; chống vé trùng lặp.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Số May Mắn Lucky Draw: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ngẫu nhiên minh bạch quay số hồi hộp trên màn hình sân khấu.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 Hạn Hội Phí Niên Liễm VietQR: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Quét mã QR ngân hàng đóng phí, hệ thống tự động gạch nợ và gia hạn thẻ 365 ngày.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Nhà Tài Trợ Sponsors: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quyền lợi hiển thị logo gói Kim Cương, Vàng, Bạc tại sự kiện.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234440"/>
            <a:ext cx="1737360" cy="3154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app1983_08_renewal_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280160"/>
            <a:ext cx="1645920" cy="3063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4348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Màn hình gia hạn hội phí thường niên qua VietQR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MẬT &amp; LỢI ÍCH KINH TẾ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Toàn Thông Tin Cấp Doanh Nghiệp &amp; Khung Lợi Tức ROI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Hóa Chuẩn Quân Đội: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nghỉ AES-256, truyền tải TLS 1.3, Rate limiting 100 req/min chống DDoS.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Chống Rò Rỉ Bản Quyền (Watermark):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dấu mã định danh bán trong suốt lên danh thiếp và tài liệu mật.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 SLA &amp; Sao Lưu: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sẵn sàng 99.98%, sao lưu tự động 03:00 AM, RPO &lt; 2 giờ, RTO &lt; 30 phút.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Quả Đầu Tư ROI Vượt Trội: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1 đạt 166.7% ROI; Năm 2 đạt 300%; Năm 3 đạt 450% ROI bền vững.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1325880"/>
            <a:ext cx="352044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0" name="Image 0" descr="D:\download\VICONNECT\CEO_VIONE_PROJECT\vione_project\document\images\evidence_new\crm_vione_17_rbac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71600"/>
            <a:ext cx="342900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40690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trận phân quyền RBAC 7 nhóm quyền x 6 thao tác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 BÀN GIAO &amp; NGHIỆM THU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TRIỂN KHAI 8 TUẦN &amp; CAM KẾT BÀN GIAO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68096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258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Giai Đoạn 1: Tuần 1-2: Khảo sát hiện trạng, cấu hình hạ tầng đám mây cô lập và thiết lập tên miền riêng.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768096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011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Giai Đoạn 2: Tuần 3-4: Làm sạch &amp; nhập khẩu dữ liệu hội viên, danh mục 6 ngành hàng, cấu hình GPS văn phòng.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768096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697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Giai Đoạn 3: Tuần 5-6: Đào tạo người dùng theo phân hệ, bàn giao thẻ Titanium NFC và vận hành thử nghiệm.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768096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3832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Giai Đoạn 4: Tuần 7-8: Go-Live chính thức 100%, kích hoạt 6 năng lực AI Copilot và ký biên bản nghiệm thu.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7680960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03B9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Đoàn VioConnect cam kết đồng hành kỹ thuật 24/7, bảo hành hệ thống trọn đời và cập nhật công nghệ liên tục.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Sinh Thái Doanh Nghiệp ViOne &amp; CLB Doanh Nhân CEO 1983 · Bản Quyền ©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8368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2026-10-04T11:20:05Z</dcterms:created>
  <dcterms:modified xsi:type="dcterms:W3CDTF">2026-10-04T11:20:05Z</dcterms:modified>
</cp:coreProperties>
</file>