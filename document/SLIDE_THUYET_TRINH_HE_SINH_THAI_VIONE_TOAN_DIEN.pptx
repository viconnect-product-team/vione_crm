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8B2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B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CHIẾN LƯỢC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SINH THÁI DOANH NGHIỆP VIONE &amp; NỀN TẢNG HIỆP HỘI CEO 1983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Điều Hành Doanh Nghiệp Toàn Diện &amp; Mạng Lưới Kết Nối Doanh Nhân Hợp Nhất 6.0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698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nhất 3 trụ cột: Web CRM Doanh Nghiệp, App Di Động Doanh Nhân ViOne Connect và App Hiệp Hội CEO 1983.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chuẩn đẳng cấp: Dark Obsidian &amp; Champagne Gold thượng lưu cho Doanh nhân; Classic Navy &amp; Amber Gold cho Hiệp hội.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100% quy trình: Chấm công GPS &amp; FaceID, phê duyệt chi tiền 3 cấp, đối soát VietQR và kiểm phiếu đại hội tức thời.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Sức mạnh 6 năng lực AI: AI Copilot đàm thoại điều hành, OCR danh thiếp, đối soát Excel, soạn hợp đồng, gợi ý đối tác và cảnh báo tải.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Sinh Thái ViOne &amp; Hiệp Hội CEO 1983 · Bản quyền © 2026 VioConnect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8B2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B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QUẢ ĐẦU TƯ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CHIẾN LƯỢC SMART &amp; KHUNG ROI 3 NĂM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lường hiệu quả kinh tế và tối ưu hóa chi phí vận hành doanh nghiệp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698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 45% chi phí hành chính thông qua số hóa quy trình giao việc, duyệt chi và bảng công.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ngắn 60% chu kỳ bán hàng: Phản hồi khách hàng tiềm năng &lt; 15 phút, xuất báo giá PDF trong 2 phút.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40% hiệu suất giao thương: Cấp Danh thiếp số Titanium NFC độc bản cho 100% lãnh đạo.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lợi tức đầu tư ROI: Năm 1 đạt 166.7%, Năm 2 đạt 300%, Năm 3 đạt 450%.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Sinh Thái ViOne &amp; Hiệp Hội CEO 1983 · Bản quyền © 2026 VioConnect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8B2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B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CRM VIONE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CRM QUẢN TRỊ DOANH NGHIỆP TẬP TRUNG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hành chiến lược C-Level, đa công ty Multi-Tenant và tài chính dòng tiền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698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Dashboard: Theo dõi sức khỏe dòng tiền, công nợ và panel Danh mục sản phẩm 6 ngành hàng.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việc Kanban: Kéo thả trực quan, kiểm soát checklist chất lượng, cảnh báo trễ hạn tự động.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 tải Workload Heatmap: Phát hiện quá tải (&gt; 45h/tuần) để cân bằng nguồn lực công bằng.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 duyệt chi tiền 3 cấp: Người lập -&gt; Kế toán kiểm tra -&gt; Lãnh đạo duyệt; quét chống chi trùng số hóa đơn.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khoản QR ngân hàng Napas 24/7 tự động gạch nợ tức thời trong 1 giây.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Sinh Thái ViOne &amp; Hiệp Hội CEO 1983 · Bản quyền © 2026 VioConnect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8B2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B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VIONE CONNECT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DI ĐỘNG DOANH NHÂN VIONE CONNECT NATIVE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kết nối giao thương B2B, danh thiếp số 3D Titanium và trợ lý 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698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nguồn thuần Native React Native Expo 52: Tốc độ mượt mà 60fps, lưu phiên offline an toàn.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thiếp số 3D Titanium mạ vàng Champagne: Tích hợp chip NFC vật lý 1-chạm lưu danh bạ vCard (.vcf).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Dải khoảnh khắc 24h (Stories) &amp; B2B Moments: Chia sẻ bài học quản trị và cơ hội đầu tư C-Level.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 List: Tự động cảnh báo đối tác 30 ngày chưa tương tác kèm 3 nút Hẹn 1-1, Nhắn tin, Gọi điện.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quét OCR AI: Chụp danh thiếp giấy tại hội thảo, trích xuất 7 trường thông tin lưu vào máy tức thì.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Sinh Thái ViOne &amp; Hiệp Hội CEO 1983 · Bản quyền © 2026 VioConnect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8B2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B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HIỆP HỘI CEO 1983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HỆ HIỆP HỘI CLB DOANH NHÂN CEO 1983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hóa toàn diện công tác tổ chức đại hội, biểu quyết và gia hạn hội phí niên liễm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698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Classic Navy &amp; Amber Gold: Thẻ hội viên VIP dập nổi logo 1983 và mã hội viên duy nhất.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soát vé an ninh QR Check-In: Quét thẻ đại biểu tại cửa dưới 0.2 giây/người, chống ùn tắc đại hội.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hội biểu quyết trực tuyến: Bỏ phiếu tín nhiệm trên app di động, nhảy số thời gian thực lên màn hình LED.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số may mắn Lucky Draw: Thuật toán mật mã ngẫu nhiên minh bạch có hiệu ứng pháo hoa sân khấu.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hạn hội phí niên liễm qua VietQR: Tự động gia hạn thẻ hội viên 365 ngày và xuất biên lai điện tử.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Sinh Thái ViOne &amp; Hiệp Hội CEO 1983 · Bản quyền © 2026 VioConnect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8B2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B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&amp; KIẾN TRÚC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PHÂN QUYỀN RBAC NỀN TẢNG &amp; AN TOÀN DỮ LIỆU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bảo mật cấp doanh nghiệp và kiểm soát truy cập nghiêm ngặt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698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RBAC Chức năng Nền tảng: 7 Nhóm quyền x 6 Thao tác (Xem, Tạo, Sửa, Xóa, Duyệt, Xuất).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định độc lập: Trong chức năng nền tảng của CRM ViOne tuyệt đối không có cấu phần hiệp hội.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dữ liệu chuẩn quân đội AES-256 ở trạng thái nghỉ, truyền tải an toàn qua TLS 1.3.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 ký kiểm toán Audit Trail bất biến và giới hạn tần suất truy cập Rate-limit 100 req/phút chống DDoS.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 độ sẵn sàng SLA ≥ 99.98%, RPO &lt; 2 giờ, RTO &lt; 30 phút.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Sinh Thái ViOne &amp; Hiệp Hội CEO 1983 · Bản quyền © 2026 VioConnect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8B2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B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&amp; NGHIỆM THU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TRIỂN KHAI &amp; CAM KẾT BÀN GIAO TOÀN DIỆN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chuyển giao công nghệ và nghiệm thu 100% tính năng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698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 (Tuần 1-2): Khảo sát cấu trúc tổ chức, phân quyền RBAC và cấu hình hạ tầng đám mây.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 (Tuần 3-4): Nhập khẩu dữ liệu tài khoản, danh mục 6 ngành hàng, thiết lập định vị GPS văn phòng.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3 (Tuần 5-6): Bàn giao thẻ danh thiếp Titanium NFC, đào tạo người dùng và chạy thử nghiệm song song.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4 (Tuần 7-8): Go-Live chính thức 100%, kích hoạt 6 năng lực AI và ký biên bản nghiệm thu.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Sinh Thái ViOne &amp; Hiệp Hội CEO 1983 · Bản quyền © 2026 VioConnect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2026-10-04T17:32:23Z</dcterms:created>
  <dcterms:modified xsi:type="dcterms:W3CDTF">2026-10-04T17:32:23Z</dcterms:modified>
</cp:coreProperties>
</file>